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75" r:id="rId5"/>
    <p:sldId id="281" r:id="rId6"/>
    <p:sldId id="259" r:id="rId7"/>
    <p:sldId id="28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4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E8E-7EF2-4AA3-8413-7F2C7C2250FD}" type="datetimeFigureOut">
              <a:rPr lang="ru-RU" smtClean="0"/>
              <a:pPr/>
              <a:t>13.04.2018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4014-5E5A-430A-8429-4C119931BE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E8E-7EF2-4AA3-8413-7F2C7C2250FD}" type="datetimeFigureOut">
              <a:rPr lang="ru-RU" smtClean="0"/>
              <a:pPr/>
              <a:t>13.04.2018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4014-5E5A-430A-8429-4C119931BE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E8E-7EF2-4AA3-8413-7F2C7C2250FD}" type="datetimeFigureOut">
              <a:rPr lang="ru-RU" smtClean="0"/>
              <a:pPr/>
              <a:t>13.04.2018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4014-5E5A-430A-8429-4C119931BE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E8E-7EF2-4AA3-8413-7F2C7C2250FD}" type="datetimeFigureOut">
              <a:rPr lang="ru-RU" smtClean="0"/>
              <a:pPr/>
              <a:t>13.04.2018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4014-5E5A-430A-8429-4C119931BE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E8E-7EF2-4AA3-8413-7F2C7C2250FD}" type="datetimeFigureOut">
              <a:rPr lang="ru-RU" smtClean="0"/>
              <a:pPr/>
              <a:t>13.04.2018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4014-5E5A-430A-8429-4C119931BE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E8E-7EF2-4AA3-8413-7F2C7C2250FD}" type="datetimeFigureOut">
              <a:rPr lang="ru-RU" smtClean="0"/>
              <a:pPr/>
              <a:t>13.04.2018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4014-5E5A-430A-8429-4C119931BE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E8E-7EF2-4AA3-8413-7F2C7C2250FD}" type="datetimeFigureOut">
              <a:rPr lang="ru-RU" smtClean="0"/>
              <a:pPr/>
              <a:t>13.04.2018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4014-5E5A-430A-8429-4C119931BE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E8E-7EF2-4AA3-8413-7F2C7C2250FD}" type="datetimeFigureOut">
              <a:rPr lang="ru-RU" smtClean="0"/>
              <a:pPr/>
              <a:t>13.04.2018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4014-5E5A-430A-8429-4C119931BE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E8E-7EF2-4AA3-8413-7F2C7C2250FD}" type="datetimeFigureOut">
              <a:rPr lang="ru-RU" smtClean="0"/>
              <a:pPr/>
              <a:t>13.04.2018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4014-5E5A-430A-8429-4C119931BE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E8E-7EF2-4AA3-8413-7F2C7C2250FD}" type="datetimeFigureOut">
              <a:rPr lang="ru-RU" smtClean="0"/>
              <a:pPr/>
              <a:t>13.04.2018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4014-5E5A-430A-8429-4C119931BE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E8E-7EF2-4AA3-8413-7F2C7C2250FD}" type="datetimeFigureOut">
              <a:rPr lang="ru-RU" smtClean="0"/>
              <a:pPr/>
              <a:t>13.04.2018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4014-5E5A-430A-8429-4C119931BE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B2E8E-7EF2-4AA3-8413-7F2C7C2250FD}" type="datetimeFigureOut">
              <a:rPr lang="ru-RU" smtClean="0"/>
              <a:pPr/>
              <a:t>13.04.2018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C4014-5E5A-430A-8429-4C119931BEB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1571604" y="357166"/>
            <a:ext cx="6129374" cy="17716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00232" y="285728"/>
            <a:ext cx="5272070" cy="1785949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“</a:t>
            </a:r>
            <a:r>
              <a:rPr lang="ru-RU" b="1" i="1" dirty="0" err="1" smtClean="0"/>
              <a:t>VasyaVserossBot</a:t>
            </a:r>
            <a:r>
              <a:rPr lang="en-US" b="1" i="1" dirty="0" smtClean="0"/>
              <a:t>”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85852" y="2285992"/>
            <a:ext cx="6400800" cy="1752600"/>
          </a:xfrm>
        </p:spPr>
        <p:txBody>
          <a:bodyPr/>
          <a:lstStyle/>
          <a:p>
            <a:r>
              <a:rPr lang="ru-RU" dirty="0" smtClean="0"/>
              <a:t>Авторы проекта:</a:t>
            </a:r>
          </a:p>
          <a:p>
            <a:r>
              <a:rPr lang="ru-RU" dirty="0" smtClean="0"/>
              <a:t>Колесникова Ксения</a:t>
            </a:r>
          </a:p>
          <a:p>
            <a:r>
              <a:rPr lang="ru-RU" dirty="0" smtClean="0"/>
              <a:t>Алешина Эллина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357166"/>
            <a:ext cx="8964488" cy="1143000"/>
          </a:xfrm>
        </p:spPr>
        <p:txBody>
          <a:bodyPr>
            <a:normAutofit fontScale="90000"/>
          </a:bodyPr>
          <a:lstStyle/>
          <a:p>
            <a:r>
              <a:rPr lang="ru-RU" sz="5400" dirty="0" smtClean="0"/>
              <a:t>Назначение </a:t>
            </a:r>
            <a:r>
              <a:rPr lang="en-US" sz="5400" dirty="0" smtClean="0"/>
              <a:t>“</a:t>
            </a:r>
            <a:r>
              <a:rPr lang="ru-RU" sz="5400" i="1" dirty="0" err="1" smtClean="0"/>
              <a:t>VasyaVserossBot</a:t>
            </a:r>
            <a:r>
              <a:rPr lang="en-US" sz="5400" i="1" dirty="0" smtClean="0"/>
              <a:t>”</a:t>
            </a:r>
            <a:r>
              <a:rPr lang="ru-RU" sz="5400" dirty="0" smtClean="0"/>
              <a:t/>
            </a:r>
            <a:br>
              <a:rPr lang="ru-RU" sz="5400" dirty="0" smtClean="0"/>
            </a:br>
            <a:endParaRPr lang="ru-RU" sz="5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ru-RU" b="1" dirty="0" smtClean="0"/>
          </a:p>
          <a:p>
            <a:pPr algn="ctr">
              <a:buNone/>
            </a:pPr>
            <a:endParaRPr lang="ru-RU" b="1" dirty="0" smtClean="0"/>
          </a:p>
          <a:p>
            <a:pPr algn="ctr">
              <a:buNone/>
            </a:pPr>
            <a:r>
              <a:rPr lang="ru-RU" b="1" dirty="0" smtClean="0"/>
              <a:t>Данное приложение создано для участников </a:t>
            </a:r>
            <a:r>
              <a:rPr lang="en-US" b="1" dirty="0" smtClean="0"/>
              <a:t>“</a:t>
            </a:r>
            <a:r>
              <a:rPr lang="ru-RU" b="1" dirty="0" smtClean="0"/>
              <a:t>Всероссийской олимпиады школьников</a:t>
            </a:r>
            <a:r>
              <a:rPr lang="en-US" b="1" dirty="0" smtClean="0"/>
              <a:t>”</a:t>
            </a:r>
            <a:r>
              <a:rPr lang="ru-RU" b="1" dirty="0" smtClean="0"/>
              <a:t>.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4286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Функции </a:t>
            </a:r>
            <a:r>
              <a:rPr lang="en-US" dirty="0" smtClean="0"/>
              <a:t>“</a:t>
            </a:r>
            <a:r>
              <a:rPr lang="ru-RU" sz="4000" b="1" i="1" dirty="0" err="1" smtClean="0"/>
              <a:t>VasyaVserossBot</a:t>
            </a:r>
            <a:r>
              <a:rPr lang="en-US" sz="4000" b="1" i="1" dirty="0" smtClean="0"/>
              <a:t>”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ru-RU" dirty="0" smtClean="0"/>
              <a:t>Выдаёт информацию о проведении того или иного предмета</a:t>
            </a:r>
            <a:r>
              <a:rPr lang="en-US" dirty="0" smtClean="0"/>
              <a:t>:</a:t>
            </a:r>
            <a:endParaRPr lang="ru-RU" dirty="0" smtClean="0"/>
          </a:p>
          <a:p>
            <a:r>
              <a:rPr lang="ru-RU" dirty="0" smtClean="0"/>
              <a:t>Место проведения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Дата проведения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Проходной балл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Адреса проведения и проживания</a:t>
            </a:r>
            <a:r>
              <a:rPr lang="ru-RU" dirty="0" smtClean="0"/>
              <a:t>, а </a:t>
            </a:r>
            <a:r>
              <a:rPr lang="ru-RU" dirty="0" smtClean="0"/>
              <a:t>также их положение на </a:t>
            </a:r>
            <a:r>
              <a:rPr lang="ru-RU" dirty="0" smtClean="0"/>
              <a:t>карте</a:t>
            </a:r>
            <a:r>
              <a:rPr lang="ru-RU" dirty="0"/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4643438" y="3357562"/>
            <a:ext cx="3786214" cy="1071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571472" y="3357562"/>
            <a:ext cx="3143272" cy="1143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1928794" y="428604"/>
            <a:ext cx="5500726" cy="1143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1143000"/>
          </a:xfrm>
        </p:spPr>
        <p:txBody>
          <a:bodyPr/>
          <a:lstStyle/>
          <a:p>
            <a:r>
              <a:rPr lang="ru-RU" dirty="0" smtClean="0"/>
              <a:t>Используемые </a:t>
            </a:r>
            <a:r>
              <a:rPr lang="en-US" dirty="0" err="1" smtClean="0"/>
              <a:t>Api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sz="half" idx="1"/>
          </p:nvPr>
        </p:nvSpPr>
        <p:spPr>
          <a:xfrm>
            <a:off x="785786" y="3571876"/>
            <a:ext cx="2471726" cy="75723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 err="1" smtClean="0"/>
              <a:t>Api</a:t>
            </a:r>
            <a:r>
              <a:rPr lang="ru-RU" dirty="0" smtClean="0"/>
              <a:t> </a:t>
            </a:r>
            <a:r>
              <a:rPr lang="ru-RU" dirty="0" err="1" smtClean="0"/>
              <a:t>Яндекс.Карт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2"/>
          </p:nvPr>
        </p:nvSpPr>
        <p:spPr>
          <a:xfrm>
            <a:off x="4714876" y="3571876"/>
            <a:ext cx="3638576" cy="68579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 err="1" smtClean="0"/>
              <a:t>Api</a:t>
            </a:r>
            <a:r>
              <a:rPr lang="ru-RU" dirty="0" smtClean="0"/>
              <a:t> </a:t>
            </a:r>
            <a:r>
              <a:rPr lang="ru-RU" dirty="0" err="1" smtClean="0"/>
              <a:t>Яндекс.Переводчика</a:t>
            </a: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 rot="16200000" flipH="1">
            <a:off x="5357818" y="1928802"/>
            <a:ext cx="1500198" cy="1071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rot="5400000">
            <a:off x="2464579" y="1821645"/>
            <a:ext cx="1357322" cy="12858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43985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Реализация перевода на белорусский</a:t>
            </a:r>
            <a:r>
              <a:rPr lang="ru-RU" sz="3200" dirty="0" smtClean="0"/>
              <a:t>, казахский, английский, русский</a:t>
            </a:r>
            <a:endParaRPr lang="ru-RU" sz="3200" dirty="0"/>
          </a:p>
        </p:txBody>
      </p:sp>
      <p:pic>
        <p:nvPicPr>
          <p:cNvPr id="4" name="Содержимое 3" descr="ла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" y="1912938"/>
            <a:ext cx="9144000" cy="390048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357158" y="2357430"/>
            <a:ext cx="8429684" cy="20002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2910" y="357166"/>
            <a:ext cx="7772400" cy="1470025"/>
          </a:xfrm>
        </p:spPr>
        <p:txBody>
          <a:bodyPr>
            <a:normAutofit/>
          </a:bodyPr>
          <a:lstStyle/>
          <a:p>
            <a:r>
              <a:rPr lang="ru-RU" sz="5400" dirty="0" smtClean="0"/>
              <a:t>Вывод </a:t>
            </a:r>
            <a:endParaRPr lang="ru-RU" sz="5400" dirty="0"/>
          </a:p>
        </p:txBody>
      </p:sp>
      <p:sp>
        <p:nvSpPr>
          <p:cNvPr id="3" name="Содержимое 2"/>
          <p:cNvSpPr>
            <a:spLocks noGrp="1"/>
          </p:cNvSpPr>
          <p:nvPr>
            <p:ph type="subTitle" idx="1"/>
          </p:nvPr>
        </p:nvSpPr>
        <p:spPr>
          <a:xfrm>
            <a:off x="0" y="2500306"/>
            <a:ext cx="9144000" cy="2000264"/>
          </a:xfrm>
        </p:spPr>
        <p:txBody>
          <a:bodyPr/>
          <a:lstStyle/>
          <a:p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      В </a:t>
            </a:r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результате мы создали 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</a:rPr>
              <a:t>Telegram-Bot</a:t>
            </a:r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</a:rPr>
              <a:t>“</a:t>
            </a:r>
            <a:r>
              <a:rPr lang="en-US" sz="2800" dirty="0" err="1" smtClean="0">
                <a:solidFill>
                  <a:schemeClr val="bg1">
                    <a:lumMod val="50000"/>
                  </a:schemeClr>
                </a:solidFill>
              </a:rPr>
              <a:t>VasyaVserossBot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, который </a:t>
            </a:r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поможет </a:t>
            </a:r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участникам</a:t>
            </a:r>
          </a:p>
          <a:p>
            <a:r>
              <a:rPr lang="ru-RU" sz="2800" dirty="0" err="1" smtClean="0">
                <a:solidFill>
                  <a:schemeClr val="bg1">
                    <a:lumMod val="50000"/>
                  </a:schemeClr>
                </a:solidFill>
              </a:rPr>
              <a:t>всеросса</a:t>
            </a:r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2800" dirty="0" smtClean="0">
                <a:solidFill>
                  <a:schemeClr val="bg1">
                    <a:lumMod val="50000"/>
                  </a:schemeClr>
                </a:solidFill>
              </a:rPr>
              <a:t>найти необходимую информацию</a:t>
            </a:r>
          </a:p>
          <a:p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Возможные совершенствования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улучшение </a:t>
            </a:r>
            <a:r>
              <a:rPr lang="ru-RU" dirty="0" smtClean="0"/>
              <a:t>взаимодействия с пользователем</a:t>
            </a:r>
            <a:r>
              <a:rPr lang="en-US" dirty="0" smtClean="0"/>
              <a:t>;</a:t>
            </a:r>
          </a:p>
          <a:p>
            <a:r>
              <a:rPr lang="ru-RU" dirty="0" smtClean="0"/>
              <a:t>выдача списков участников</a:t>
            </a:r>
            <a:r>
              <a:rPr lang="ru-RU" dirty="0" smtClean="0"/>
              <a:t>, прошедших </a:t>
            </a:r>
            <a:r>
              <a:rPr lang="ru-RU" dirty="0" smtClean="0"/>
              <a:t>в заключительный этап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smtClean="0"/>
              <a:t>выдача </a:t>
            </a:r>
            <a:r>
              <a:rPr lang="ru-RU" dirty="0" smtClean="0"/>
              <a:t>заданий </a:t>
            </a:r>
            <a:r>
              <a:rPr lang="ru-RU" smtClean="0"/>
              <a:t>прошлых </a:t>
            </a:r>
            <a:r>
              <a:rPr lang="ru-RU" smtClean="0"/>
              <a:t>лет.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8346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111</Words>
  <Application>Microsoft Office PowerPoint</Application>
  <PresentationFormat>Экран (4:3)</PresentationFormat>
  <Paragraphs>25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 “VasyaVserossBot” </vt:lpstr>
      <vt:lpstr>Назначение “VasyaVserossBot” </vt:lpstr>
      <vt:lpstr>Функции “VasyaVserossBot” </vt:lpstr>
      <vt:lpstr>Используемые Api</vt:lpstr>
      <vt:lpstr>Реализация перевода на белорусский, казахский, английский, русский</vt:lpstr>
      <vt:lpstr>Вывод </vt:lpstr>
      <vt:lpstr>Возможные совершенствования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«Поймай рыбку»</dc:title>
  <dc:creator>sony</dc:creator>
  <cp:lastModifiedBy>kom11</cp:lastModifiedBy>
  <cp:revision>9</cp:revision>
  <dcterms:created xsi:type="dcterms:W3CDTF">2018-02-26T16:19:15Z</dcterms:created>
  <dcterms:modified xsi:type="dcterms:W3CDTF">2018-04-13T12:51:26Z</dcterms:modified>
</cp:coreProperties>
</file>